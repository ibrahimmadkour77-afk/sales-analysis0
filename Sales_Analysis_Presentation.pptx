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4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review of 100,000 transactions — cleaning, validation, and what the numbers actually show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 – Sep 10, 2024   ·   Python (pandas, SciPy)  +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questions this analysis answers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23444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23444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gross vs. net revenue, and what do discounts cost us?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5681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956816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revenue move over time — monthly, weekly?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791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679192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 category earns the most — and is the gap real or noise?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0156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401568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bigger discounts lead to bigger orders?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23944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customers (age / gender) order at a higher value?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4632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84632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any day of week or part of month stronger than another?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56869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56869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568696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revenue concentrated in a few categories, or spread out?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data — with evidence, not guesswork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F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rows (10%)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missing Sales_Amount, Discount, Customer_Age and Customer_Gender — all four, in the same rows.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Chi-square test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checked whether missingness was linked to month or category, before deciding how to handle it: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(by month)      = 0.73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(by category)  = 0.50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far above 0.05 — the gaps are missing at random, not tied to a specific month or category.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were dropped, not imputed — with 4 columns missing at once, there was no reliable basis to estimate values.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3796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QUALITY CHECKS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18105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range:  </a:t>
            </a:r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50, confirming it's a % not a flat amount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48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rows:  </a:t>
            </a:r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found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4871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Sales_ID uniqueness:  </a:t>
            </a:r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unique across all rows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825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values:  </a:t>
            </a:r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case/whitespace checked — no hidden splits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1638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High-cardinality columns:  </a:t>
            </a:r>
            <a:pPr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(38,107) &amp; Rep (71,060) excluded from grouping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3796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REPORT — BEFORE / AFTER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4389120"/>
          <a:ext cx="4846320" cy="1554480"/>
        </p:xfrm>
        <a:graphic>
          <a:graphicData uri="http://schemas.openxmlformats.org/drawingml/2006/table">
            <a:tbl>
              <a:tblPr/>
              <a:tblGrid>
                <a:gridCol w="237744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3A1B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ECF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ECF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w/ missing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ECF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ECF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— verified against the cleaned data</a:t>
            </a:r>
            <a:endParaRPr lang="en-US" sz="2400" dirty="0"/>
          </a:p>
        </p:txBody>
      </p:sp>
      <p:pic>
        <p:nvPicPr>
          <p:cNvPr id="5" name="Image 0" descr="sales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960120"/>
            <a:ext cx="99974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are not buying bigger orders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7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$12.3M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on discounts — about 24.9% of gross revenue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480560" cy="0"/>
          </a:xfrm>
          <a:prstGeom prst="line">
            <a:avLst/>
          </a:prstGeom>
          <a:noFill/>
          <a:ln w="12700">
            <a:solidFill>
              <a:srgbClr val="263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-0.0003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discount size and order value, across 90,000 orders — effectively zero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ECFB2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212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EVIDENCE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a large sample and a clear statistical measure, not a one-off observation.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280160"/>
            <a:ext cx="5715000" cy="4846320"/>
          </a:xfrm>
          <a:prstGeom prst="roundRect">
            <a:avLst>
              <a:gd name="adj" fmla="val 1509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 BY DISCOUNT TIER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74520"/>
          <a:ext cx="5212080" cy="20116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93A1B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 tier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3A1B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93A1B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order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– 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9B9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$547.5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– 25%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9B9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$552.4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– 40%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9B9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$551.5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– 50%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EF2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9B9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$548.8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217920" y="4160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tier lands within $5 of the same ~$550 average — the size of the discount simply doesn't move the order value.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5120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step: run a controlled A/B test with a smaller discount on a sample of customers before changing policy across the board.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finding, labeled by how sure we 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don't raise order value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2801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 -0.0003 on 90,000 orders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378440" y="1499616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3ECFB2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78440" y="14996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21284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spread evenly, no concentration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21284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5 categories = 21.3% vs. 20.8% ideal split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378440" y="2432304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3ECFB2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78440" y="243230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455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14553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stable month to month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14553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~4% spread across 9 months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378440" y="33649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B949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378440" y="3364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7822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7822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category clearly dominates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07822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6.7% gap between the top and bottom of 24 categories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378440" y="429768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B949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378440" y="42976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01091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01091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 look similar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50109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1% gap across age and gender groups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378440" y="5230368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B949">
              <a:alpha val="18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378440" y="52303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"Strong" = backed by a formal statistical test or an unambiguous gap on a large sample.  "Preliminary" = a real pattern that still needs ANOVA / t-tests to rule out chance.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recommend doing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82496"/>
            <a:ext cx="548640" cy="548640"/>
          </a:xfrm>
          <a:prstGeom prst="ellipse">
            <a:avLst/>
          </a:prstGeom>
          <a:solidFill>
            <a:srgbClr val="3ECFB2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82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5179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 smaller discount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88366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controlled A/B test on a sample of customers before cutting the discount program company-wide.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962656"/>
            <a:ext cx="548640" cy="548640"/>
          </a:xfrm>
          <a:prstGeom prst="ellipse">
            <a:avLst/>
          </a:prstGeom>
          <a:solidFill>
            <a:srgbClr val="3ECFB2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980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current revenue as a baseline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16382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~$550/day per-order average as the norm; flag any month that drifts more than ~5% from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242816"/>
            <a:ext cx="548640" cy="548640"/>
          </a:xfrm>
          <a:prstGeom prst="ellipse">
            <a:avLst/>
          </a:prstGeom>
          <a:solidFill>
            <a:srgbClr val="3ECFB2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42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078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budget evenly across categories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44398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category is winning big — don't over-invest chasing a "hero" category that isn't there.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51D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522976"/>
            <a:ext cx="548640" cy="548640"/>
          </a:xfrm>
          <a:prstGeom prst="ellipse">
            <a:avLst/>
          </a:prstGeom>
          <a:solidFill>
            <a:srgbClr val="3ECFB2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522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C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358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preliminary findings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5724144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ANOVA / t-tests on the category, month, and segment gaps before acting on them as fact.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analysis has boundaries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35024"/>
            <a:ext cx="118872" cy="118872"/>
          </a:xfrm>
          <a:prstGeom prst="ellipse">
            <a:avLst/>
          </a:prstGeom>
          <a:solidFill>
            <a:srgbClr val="EF7D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1704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rows (10%) were dropped — every figure here reflects 90,000 orders, not the original 100,000.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118872" cy="118872"/>
          </a:xfrm>
          <a:prstGeom prst="ellipse">
            <a:avLst/>
          </a:prstGeom>
          <a:solidFill>
            <a:srgbClr val="EF7D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1956816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Category-level and monthly revenue figures were not recomputed from raw rows in this session (no direct CSV access) — they are carried over from earlier reporting, while the cleaning statistics on the previous slides come directly from this run.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118872" cy="118872"/>
          </a:xfrm>
          <a:prstGeom prst="ellipse">
            <a:avLst/>
          </a:prstGeom>
          <a:solidFill>
            <a:srgbClr val="EF7D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is assumed to be a percentage (validated range: 0–50); if it's ever an absolute amount instead, all net-revenue figures would need recalculating.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94176"/>
            <a:ext cx="118872" cy="118872"/>
          </a:xfrm>
          <a:prstGeom prst="ellipse">
            <a:avLst/>
          </a:prstGeom>
          <a:solidFill>
            <a:srgbClr val="EF7D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529584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revenue only — no cost or profit data was available, so we can't say which categories are actually the most profitable.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18872" cy="118872"/>
          </a:xfrm>
          <a:prstGeom prst="ellipse">
            <a:avLst/>
          </a:prstGeom>
          <a:solidFill>
            <a:srgbClr val="EF7D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1596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repeat-purchase data — we can't yet tell whether discounts affect customer loyalty over 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266944"/>
            <a:ext cx="118872" cy="118872"/>
          </a:xfrm>
          <a:prstGeom prst="ellipse">
            <a:avLst/>
          </a:prstGeom>
          <a:solidFill>
            <a:srgbClr val="EF7D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510235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ANOVA / t-tests for the "Preliminary" findings (category, month, segment gaps) are planned but not yet run.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2026-09-26T19:39:12Z</dcterms:created>
  <dcterms:modified xsi:type="dcterms:W3CDTF">2026-09-26T19:39:12Z</dcterms:modified>
</cp:coreProperties>
</file>